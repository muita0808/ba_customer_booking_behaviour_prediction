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A1F4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Num. passengers</c:v>
                  </c:pt>
                  <c:pt idx="1">
                    <c:v>Flight duration</c:v>
                  </c:pt>
                  <c:pt idx="2">
                    <c:v>Route dest. freq.</c:v>
                  </c:pt>
                  <c:pt idx="3">
                    <c:v>Route origin freq.</c:v>
                  </c:pt>
                  <c:pt idx="4">
                    <c:v>Flight hour</c:v>
                  </c:pt>
                  <c:pt idx="5">
                    <c:v>Length of stay</c:v>
                  </c:pt>
                  <c:pt idx="6">
                    <c:v>Booking origin freq.</c:v>
                  </c:pt>
                  <c:pt idx="7">
                    <c:v>Purchase lead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0.042</c:v>
                </c:pt>
                <c:pt idx="1">
                  <c:v>0.057</c:v>
                </c:pt>
                <c:pt idx="2">
                  <c:v>0.093</c:v>
                </c:pt>
                <c:pt idx="3">
                  <c:v>0.102</c:v>
                </c:pt>
                <c:pt idx="4">
                  <c:v>0.118</c:v>
                </c:pt>
                <c:pt idx="5">
                  <c:v>0.12</c:v>
                </c:pt>
                <c:pt idx="6">
                  <c:v>0.147</c:v>
                </c:pt>
                <c:pt idx="7">
                  <c:v>0.156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4455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5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Booking Completion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on BA customer booking data — feature engineering, class-imbalance handling, and evaluation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49,281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analyzed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(duplicates removed from 50,000)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7180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 → 0.60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for completed bookings,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vs. tuned threshold (0.20)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14173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F1 at tuned threshold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(stable: 0.41–0.42 across 5 folds)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632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01568"/>
            <a:ext cx="7086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features: frequency-encoded high-cardinality route/origin fields, one-hot encoded categoricals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class_weight=‘balanced’ to address the ~85/15 class imbalance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the decision threshold (0.20) instead of relying on the default 0.5 cutoff, trading some precision for a large recall gain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stability with 5-fold cross-validation at the tuned threshold, not just a single train/test split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7178040" cy="1051560"/>
          </a:xfrm>
          <a:prstGeom prst="roundRect">
            <a:avLst>
              <a:gd name="adj" fmla="val 6957"/>
            </a:avLst>
          </a:prstGeom>
          <a:solidFill>
            <a:srgbClr val="0A1F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394960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timing and origin patterns (lead time, length of stay, flight hour, route/origin frequency) drive completion far more than add-on preferences or trip type. Deploy at the 0.20 threshold to prioritize catching likely-complete bookings over precision.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(Random Forest, Gini)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818120" y="1783080"/>
          <a:ext cx="39319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2026-09-12T18:17:06Z</dcterms:created>
  <dcterms:modified xsi:type="dcterms:W3CDTF">2026-09-12T18:17:06Z</dcterms:modified>
</cp:coreProperties>
</file>